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79" r:id="rId7"/>
    <p:sldId id="281" r:id="rId8"/>
    <p:sldId id="280" r:id="rId9"/>
    <p:sldId id="282" r:id="rId10"/>
    <p:sldId id="272" r:id="rId11"/>
    <p:sldId id="278" r:id="rId1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nstantia" panose="02030602050306030303" pitchFamily="18" charset="0"/>
      <p:regular r:id="rId18"/>
      <p:bold r:id="rId19"/>
      <p:italic r:id="rId20"/>
      <p:boldItalic r:id="rId21"/>
    </p:embeddedFont>
    <p:embeddedFont>
      <p:font typeface="Corbel" panose="020B050302020402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65C67D-AD63-4676-A505-81800A66DF51}">
  <a:tblStyle styleId="{0165C67D-AD63-4676-A505-81800A66DF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Arpana</a:t>
            </a:r>
            <a:endParaRPr/>
          </a:p>
        </p:txBody>
      </p:sp>
      <p:sp>
        <p:nvSpPr>
          <p:cNvPr id="123" name="Google Shape;12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26" name="Google Shape;126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</a:t>
            </a:r>
            <a:endParaRPr/>
          </a:p>
        </p:txBody>
      </p:sp>
      <p:sp>
        <p:nvSpPr>
          <p:cNvPr id="135" name="Google Shape;135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38" name="Google Shape;138;p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0647a0cf97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0647a0cf97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Niha</a:t>
            </a:r>
            <a:endParaRPr/>
          </a:p>
        </p:txBody>
      </p:sp>
      <p:sp>
        <p:nvSpPr>
          <p:cNvPr id="148" name="Google Shape;148;g10647a0cf97_1_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10647a0cf97_1_28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  <p:sp>
        <p:nvSpPr>
          <p:cNvPr id="150" name="Google Shape;150;g10647a0cf97_1_28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10647a0cf97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647a0cf97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0647a0cf97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Anusree</a:t>
            </a:r>
            <a:endParaRPr/>
          </a:p>
        </p:txBody>
      </p:sp>
      <p:sp>
        <p:nvSpPr>
          <p:cNvPr id="161" name="Google Shape;161;g10647a0cf97_1_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10647a0cf97_1_8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  <p:sp>
        <p:nvSpPr>
          <p:cNvPr id="163" name="Google Shape;163;g10647a0cf97_1_8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10647a0cf97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647a0cf9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0647a0cf9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Pooja</a:t>
            </a:r>
            <a:endParaRPr/>
          </a:p>
        </p:txBody>
      </p:sp>
      <p:sp>
        <p:nvSpPr>
          <p:cNvPr id="174" name="Google Shape;174;g10647a0cf97_4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10647a0cf97_4_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  <p:sp>
        <p:nvSpPr>
          <p:cNvPr id="176" name="Google Shape;176;g10647a0cf97_4_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10647a0cf97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647a0cf9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0647a0cf9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Pooja</a:t>
            </a:r>
            <a:endParaRPr/>
          </a:p>
        </p:txBody>
      </p:sp>
      <p:sp>
        <p:nvSpPr>
          <p:cNvPr id="174" name="Google Shape;174;g10647a0cf97_4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10647a0cf97_4_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  <p:sp>
        <p:nvSpPr>
          <p:cNvPr id="176" name="Google Shape;176;g10647a0cf97_4_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10647a0cf97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0968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647a0cf9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0647a0cf9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Pooja</a:t>
            </a:r>
            <a:endParaRPr/>
          </a:p>
        </p:txBody>
      </p:sp>
      <p:sp>
        <p:nvSpPr>
          <p:cNvPr id="174" name="Google Shape;174;g10647a0cf97_4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10647a0cf97_4_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  <p:sp>
        <p:nvSpPr>
          <p:cNvPr id="176" name="Google Shape;176;g10647a0cf97_4_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10647a0cf97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7366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647a0cf9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0647a0cf9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Pooja</a:t>
            </a:r>
            <a:endParaRPr/>
          </a:p>
        </p:txBody>
      </p:sp>
      <p:sp>
        <p:nvSpPr>
          <p:cNvPr id="174" name="Google Shape;174;g10647a0cf97_4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10647a0cf97_4_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  <p:sp>
        <p:nvSpPr>
          <p:cNvPr id="176" name="Google Shape;176;g10647a0cf97_4_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10647a0cf97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8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067bd076ef_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g1067bd076ef_3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1067bd076ef_3_3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1067bd076ef_3_37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04-12-2021</a:t>
            </a:r>
            <a:endParaRPr/>
          </a:p>
        </p:txBody>
      </p:sp>
      <p:sp>
        <p:nvSpPr>
          <p:cNvPr id="338" name="Google Shape;338;g1067bd076ef_3_37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1067bd076ef_3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</a:t>
            </a:r>
            <a:endParaRPr/>
          </a:p>
        </p:txBody>
      </p:sp>
      <p:sp>
        <p:nvSpPr>
          <p:cNvPr id="413" name="Google Shape;4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739738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8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0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8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9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6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83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962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9884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6532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2828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6502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6060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9529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31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1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1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17463" y="1215710"/>
            <a:ext cx="5653200" cy="10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nstantia"/>
              <a:buNone/>
            </a:pPr>
            <a:r>
              <a:rPr lang="en-US" sz="3200" b="1" dirty="0"/>
              <a:t>Project Title</a:t>
            </a:r>
            <a:endParaRPr sz="3200" b="1" dirty="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187625" y="2421150"/>
            <a:ext cx="6912900" cy="3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1800" dirty="0">
                <a:solidFill>
                  <a:srgbClr val="000000"/>
                </a:solidFill>
              </a:rPr>
              <a:t>                       </a:t>
            </a:r>
            <a:endParaRPr sz="1800"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 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Designation: 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B.M.S. College of Engineering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4"/>
            <a:ext cx="851975" cy="7390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3"/>
          <p:cNvGraphicFramePr/>
          <p:nvPr>
            <p:extLst>
              <p:ext uri="{D42A27DB-BD31-4B8C-83A1-F6EECF244321}">
                <p14:modId xmlns:p14="http://schemas.microsoft.com/office/powerpoint/2010/main" val="1231511955"/>
              </p:ext>
            </p:extLst>
          </p:nvPr>
        </p:nvGraphicFramePr>
        <p:xfrm>
          <a:off x="1705500" y="2556200"/>
          <a:ext cx="5443400" cy="1895775"/>
        </p:xfrm>
        <a:graphic>
          <a:graphicData uri="http://schemas.openxmlformats.org/drawingml/2006/table">
            <a:tbl>
              <a:tblPr>
                <a:noFill/>
                <a:tableStyleId>{0165C67D-AD63-4676-A505-81800A66DF51}</a:tableStyleId>
              </a:tblPr>
              <a:tblGrid>
                <a:gridCol w="272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1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USN1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Name2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USN2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lang="en-US" sz="2800" b="1" dirty="0"/>
              <a:t>OUTLINE</a:t>
            </a:r>
            <a:endParaRPr sz="2800" b="1"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idx="1"/>
          </p:nvPr>
        </p:nvSpPr>
        <p:spPr>
          <a:xfrm>
            <a:off x="1828800" y="2835666"/>
            <a:ext cx="5830750" cy="2887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29260" algn="just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29260" algn="just" rtl="0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29260" algn="just" rtl="0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29260" algn="just" rtl="0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660" algn="just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dirty="0"/>
          </a:p>
          <a:p>
            <a:pPr marL="457200" lvl="0" indent="-327660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dirty="0"/>
          </a:p>
        </p:txBody>
      </p:sp>
      <p:sp>
        <p:nvSpPr>
          <p:cNvPr id="143" name="Google Shape;143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44" name="Google Shape;14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lang="en-US" sz="2800" b="1" dirty="0"/>
              <a:t>Introduction</a:t>
            </a:r>
            <a:endParaRPr sz="2800" b="1" dirty="0"/>
          </a:p>
        </p:txBody>
      </p:sp>
      <p:sp>
        <p:nvSpPr>
          <p:cNvPr id="154" name="Google Shape;154;p15"/>
          <p:cNvSpPr txBox="1">
            <a:spLocks noGrp="1"/>
          </p:cNvSpPr>
          <p:nvPr>
            <p:ph idx="1"/>
          </p:nvPr>
        </p:nvSpPr>
        <p:spPr>
          <a:xfrm>
            <a:off x="1473790" y="1933907"/>
            <a:ext cx="61965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lang="en-US" sz="2800" b="1" dirty="0"/>
              <a:t>Problem Statement</a:t>
            </a:r>
            <a:endParaRPr sz="2800" b="1" dirty="0"/>
          </a:p>
        </p:txBody>
      </p:sp>
      <p:sp>
        <p:nvSpPr>
          <p:cNvPr id="167" name="Google Shape;167;p16"/>
          <p:cNvSpPr txBox="1">
            <a:spLocks noGrp="1"/>
          </p:cNvSpPr>
          <p:nvPr>
            <p:ph idx="1"/>
          </p:nvPr>
        </p:nvSpPr>
        <p:spPr>
          <a:xfrm>
            <a:off x="1473790" y="1933907"/>
            <a:ext cx="61965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69" name="Google Shape;16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lang="en-US" sz="2800" b="1" dirty="0"/>
              <a:t>Literature Survey</a:t>
            </a:r>
            <a:endParaRPr sz="2800" b="1" dirty="0"/>
          </a:p>
        </p:txBody>
      </p:sp>
      <p:sp>
        <p:nvSpPr>
          <p:cNvPr id="180" name="Google Shape;180;p17"/>
          <p:cNvSpPr txBox="1">
            <a:spLocks noGrp="1"/>
          </p:cNvSpPr>
          <p:nvPr>
            <p:ph idx="1"/>
          </p:nvPr>
        </p:nvSpPr>
        <p:spPr>
          <a:xfrm>
            <a:off x="1473790" y="1933907"/>
            <a:ext cx="61965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lang="en-US" sz="2800" b="1" dirty="0"/>
              <a:t>Literature Survey</a:t>
            </a:r>
            <a:endParaRPr sz="2800" b="1" dirty="0"/>
          </a:p>
        </p:txBody>
      </p:sp>
      <p:sp>
        <p:nvSpPr>
          <p:cNvPr id="180" name="Google Shape;180;p17"/>
          <p:cNvSpPr txBox="1">
            <a:spLocks noGrp="1"/>
          </p:cNvSpPr>
          <p:nvPr>
            <p:ph idx="1"/>
          </p:nvPr>
        </p:nvSpPr>
        <p:spPr>
          <a:xfrm>
            <a:off x="1473790" y="1933907"/>
            <a:ext cx="61965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876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lang="en-US" sz="2800" b="1" dirty="0"/>
              <a:t>Literature Survey</a:t>
            </a:r>
            <a:endParaRPr sz="2800" b="1" dirty="0"/>
          </a:p>
        </p:txBody>
      </p:sp>
      <p:sp>
        <p:nvSpPr>
          <p:cNvPr id="180" name="Google Shape;180;p17"/>
          <p:cNvSpPr txBox="1">
            <a:spLocks noGrp="1"/>
          </p:cNvSpPr>
          <p:nvPr>
            <p:ph idx="1"/>
          </p:nvPr>
        </p:nvSpPr>
        <p:spPr>
          <a:xfrm>
            <a:off x="1473790" y="1933907"/>
            <a:ext cx="61965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7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5514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lang="en-US" sz="2800" b="1" dirty="0"/>
              <a:t>Literature Survey</a:t>
            </a:r>
            <a:endParaRPr sz="2800" b="1" dirty="0"/>
          </a:p>
        </p:txBody>
      </p:sp>
      <p:sp>
        <p:nvSpPr>
          <p:cNvPr id="180" name="Google Shape;180;p17"/>
          <p:cNvSpPr txBox="1">
            <a:spLocks noGrp="1"/>
          </p:cNvSpPr>
          <p:nvPr>
            <p:ph idx="1"/>
          </p:nvPr>
        </p:nvSpPr>
        <p:spPr>
          <a:xfrm>
            <a:off x="1473790" y="1933907"/>
            <a:ext cx="61965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8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695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22B7-7FBC-4B71-B334-2CA77BCA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the existing methods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CDB69-F478-48AE-9C7A-43F52FE4A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4971B-DADB-4FFC-AB18-6D7DF3BA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4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</a:pPr>
            <a:r>
              <a:rPr lang="en-US" sz="2800" b="1" dirty="0"/>
              <a:t>References</a:t>
            </a:r>
            <a:endParaRPr sz="2800" b="1" dirty="0"/>
          </a:p>
        </p:txBody>
      </p:sp>
      <p:sp>
        <p:nvSpPr>
          <p:cNvPr id="342" name="Google Shape;342;p29"/>
          <p:cNvSpPr txBox="1">
            <a:spLocks noGrp="1"/>
          </p:cNvSpPr>
          <p:nvPr>
            <p:ph idx="1"/>
          </p:nvPr>
        </p:nvSpPr>
        <p:spPr>
          <a:xfrm>
            <a:off x="1473790" y="1933907"/>
            <a:ext cx="61965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[1] Hasan, M., Islam, M.M., Zarif, M.I.I. and Hashem, M.M.A., “Attack and anomaly detection in IoT sensors in IoT sites using machine learning approaches”, Internet of Things Journal, Volume 7, Page no.10-15.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Please follow the same format for all the references to be included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10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44" name="Google Shape;34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"/>
          <p:cNvSpPr txBox="1">
            <a:spLocks noGrp="1"/>
          </p:cNvSpPr>
          <p:nvPr>
            <p:ph idx="1"/>
          </p:nvPr>
        </p:nvSpPr>
        <p:spPr>
          <a:xfrm>
            <a:off x="671900" y="602400"/>
            <a:ext cx="77385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b="1"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b="1"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b="1" dirty="0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SzPts val="3400"/>
              <a:buNone/>
            </a:pPr>
            <a:endParaRPr sz="4000" b="1" dirty="0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SzPts val="3400"/>
              <a:buNone/>
            </a:pPr>
            <a:r>
              <a:rPr lang="en-US" sz="4000" b="1" dirty="0">
                <a:solidFill>
                  <a:schemeClr val="dk1"/>
                </a:solidFill>
              </a:rPr>
              <a:t>THANK YOU</a:t>
            </a:r>
            <a:endParaRPr b="1" dirty="0"/>
          </a:p>
        </p:txBody>
      </p:sp>
      <p:sp>
        <p:nvSpPr>
          <p:cNvPr id="416" name="Google Shape;416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11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17" name="Google Shape;41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575" y="476675"/>
            <a:ext cx="851975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</TotalTime>
  <Words>162</Words>
  <Application>Microsoft Office PowerPoint</Application>
  <PresentationFormat>On-screen Show (4:3)</PresentationFormat>
  <Paragraphs>75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Corbel</vt:lpstr>
      <vt:lpstr>Arial</vt:lpstr>
      <vt:lpstr>Constantia</vt:lpstr>
      <vt:lpstr>Times New Roman</vt:lpstr>
      <vt:lpstr>Parallax</vt:lpstr>
      <vt:lpstr>Project Title</vt:lpstr>
      <vt:lpstr>OUTLINE</vt:lpstr>
      <vt:lpstr>Introduction</vt:lpstr>
      <vt:lpstr>Problem Statement</vt:lpstr>
      <vt:lpstr>Literature Survey</vt:lpstr>
      <vt:lpstr>Literature Survey</vt:lpstr>
      <vt:lpstr>Literature Survey</vt:lpstr>
      <vt:lpstr>Literature Survey</vt:lpstr>
      <vt:lpstr>Comparison of the existing methods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 Detection in IoMT using Federated Learning</dc:title>
  <dc:creator>Namratha</dc:creator>
  <cp:lastModifiedBy>STUDENT</cp:lastModifiedBy>
  <cp:revision>5</cp:revision>
  <dcterms:modified xsi:type="dcterms:W3CDTF">2024-04-01T04:41:17Z</dcterms:modified>
</cp:coreProperties>
</file>